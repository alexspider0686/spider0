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02996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PRODUCT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525780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Платформа для расчета
и проектной подготовки
инженерных систем.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73552"/>
            <a:ext cx="4617720" cy="10241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ProjectCore Agent Shell помогает быстро сформировать техническое решение, подобрать оборудование, рассчитать стоимость и подготовить прозрачную спецификацию без разрыва между инженерной логикой, ценами и итоговым результатом.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6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B0BED2"/>
                </a:solidFill>
                <a:latin typeface="Arial"/>
              </a:rPr>
              <a:t>АПС, СОУЭ, СОТ, СКУД, СОТС, ССОИ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 контур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B0BED2"/>
                </a:solidFill>
                <a:latin typeface="Arial"/>
              </a:rPr>
              <a:t>данные, подбор, расчет, спецификация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09728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Назначение платформы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713232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Ускорить подготовку инженерных решений и сделать расчет управляемым.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3464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Платформа нужна проектным, сметным и коммерческим командам, которым важно быстро получить обоснованную спецификацию, корректный подбор оборудования и расчет стоимости на основе единых правил.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Быстрее расчет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От исходных параметров объекта до предварительной спецификации и бюджета за один рабочий проход.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Меньше ошибок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Модели, цены, коэффициенты и итоговая структура расчета формируются в едином процессе, а не вручную.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Прозрачнее 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Пользователь видит логику выбора оборудования, источники цен и может оперативно уточнить решение.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40080"/>
            <a:ext cx="146304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Ключевой функционал платформы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6583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B0BED2"/>
                </a:solidFill>
                <a:latin typeface="Arial"/>
              </a:rPr>
              <a:t>Платформа закрывает весь базовый цикл подготовки инженерного решения.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2249424"/>
            <a:ext cx="5440680" cy="402336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139696"/>
            <a:ext cx="5440680" cy="402336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249424"/>
            <a:ext cx="5294376" cy="380390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hero_cover_1_391826923076923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49424"/>
            <a:ext cx="5294376" cy="38039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73952" y="2176272"/>
            <a:ext cx="4882896" cy="122529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414016"/>
            <a:ext cx="25603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Подбор оборудования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2743200"/>
            <a:ext cx="4370832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Для каждой из шести систем формируется состав оборудования, конкретные модели, количество и расчетная цена.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3621024"/>
            <a:ext cx="4882896" cy="122529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858768"/>
            <a:ext cx="27432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Сравнение и пересчет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4187952"/>
            <a:ext cx="438912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Можно сравнивать цены, обновлять источники, менять модель конкретной позиции и сразу видеть новый итог по спецификации.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5065776"/>
            <a:ext cx="4882896" cy="10972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5285232"/>
            <a:ext cx="27432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Документы на выходе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5559552"/>
            <a:ext cx="4407408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На выходе пользователь получает спецификацию, бюджетный расчет, структуру стоимости и материалы для дальнейшей работы.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46304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Принцип работы платформы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4892040" cy="4572000"/>
          </a:xfrm>
          <a:prstGeom prst="roundRect">
            <a:avLst/>
          </a:prstGeom>
          <a:solidFill>
            <a:srgbClr val="0F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39696"/>
            <a:ext cx="26517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Шаги расчета: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7249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517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пользователь задает параметры объекта или загружает проектную документацию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364991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291839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платформа определяет состав систем и подбирает оборудование по выбранному вендору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00507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93192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алгоритм находит конкретные модели, рассчитывает количество и цену по источникам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64515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57200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пользователь может менять модели, коэффициенты и параметры расчета в интерфейсе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528523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21208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стоимость и спецификация пересчитываются автоматически без ручной сборки таблиц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59253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8521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на выходе формируются готовые данные для согласования, сметы и дальнейшей проектной работы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993392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249424"/>
            <a:ext cx="1645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Входные данные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578608"/>
            <a:ext cx="404164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Площадь, этажность, тип объекта, требования заказчика и, при наличии, проектные материалы.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401568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56616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Алгоритм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986784"/>
            <a:ext cx="398678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Нормативная логика, библиотека оборудования, правила выбора моделей и механизм проверки ценовых источников.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809744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882896"/>
            <a:ext cx="2103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5394960"/>
            <a:ext cx="40233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Готовая спецификация, понятная структура стоимости, возможность быстро доработать решение и подготовить коммерческое предложение.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78308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SITE &amp;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6858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У платформы есть сайт и рабочий интерфейс.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71323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50" b="0">
                <a:solidFill>
                  <a:srgbClr val="B0BED2"/>
                </a:solidFill>
                <a:latin typeface="Arial"/>
              </a:rPr>
              <a:t>Сайт объясняет продукт, а интерфейс показывает реальную работу платформы на объекте и в расчете.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57984"/>
            <a:ext cx="87782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20" b="0">
                <a:solidFill>
                  <a:srgbClr val="B0BED2"/>
                </a:solidFill>
                <a:latin typeface="Arial"/>
              </a:rPr>
              <a:t>Это важно для клиента: он видит не только идею, но и готовый инструмент, который можно использовать в операционной работе.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743200"/>
            <a:ext cx="8412480" cy="3547872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8412480" cy="35478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743200"/>
            <a:ext cx="8266175" cy="3328415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object-view_cover_2_4835164835164836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743200"/>
            <a:ext cx="8266175" cy="33284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436608" y="2670048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4352" y="2907792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Объект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3200400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Параметры объекта,
исходные данные и фото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3803904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4041648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Логика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4334256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Пояснение,
как формируется подбор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4937760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5175504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Бюджет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5468112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Стоимость,
структура и пересчет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2801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SITE &amp;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На сайте есть раздел
«О системе».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88920"/>
            <a:ext cx="475488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В этом разделе пользователь получает понятное описание продукта, его назначения, принципа работы и всей юридической информации, необходимой для доверия к платформе.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Описание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Сформулировано, для чего нужна платформа, какие задачи она решает и каким командам подходит.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Юридическая информация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На сайте размещаются реквизиты, правовая информация и сведения, которые важны для заказчика и партнера.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Инструмент разработчика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Есть отдельный контур для доработки продукта под себя: можно адаптировать платформу под процессы, роль и специфику компании.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087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9E6B1"/>
                </a:solidFill>
                <a:latin typeface="Arial"/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5852160" cy="15727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ProjectCore Agent Shell
это платформа с понятным
назначением и реальной пользой.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401568"/>
            <a:ext cx="5257800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В презентации должно быть ясно показано, что платформа умеет, как она работает, где размещена официальная информация о системе и что продукт можно дорабатывать под задачи конкретной команды.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5392" y="1152144"/>
            <a:ext cx="4754880" cy="47548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94576" y="1554480"/>
            <a:ext cx="4242816" cy="3419856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21424" y="1444752"/>
            <a:ext cx="4242816" cy="3419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4576" y="1554480"/>
            <a:ext cx="4096511" cy="3200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te-about-preview_cover_1_279999999999999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554480"/>
            <a:ext cx="4096511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4576" y="5175504"/>
            <a:ext cx="3840480" cy="6217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Сайт подтверждает зрелость продукта: там есть описание системы, юридическая информация и понятная точка входа для клиента, партнера и разработчика.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