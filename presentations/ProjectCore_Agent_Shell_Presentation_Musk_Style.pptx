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202996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PRODUCT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525780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Один интерфейс.
Один агент.
Один рабочий контур.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73552"/>
            <a:ext cx="4617720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ProjectCore Agent Shell объединяет AI-модели, файлы проекта, вложения, скриншоты и git-сценарии в одном сильном продукте для инженерной команды.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3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B0BED2"/>
                </a:solidFill>
                <a:latin typeface="Arial"/>
              </a:rPr>
              <a:t>GigaChat, Qwen CLI, Qwen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4983480"/>
            <a:ext cx="2057400" cy="100584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5111496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1 поток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5550408"/>
            <a:ext cx="1664208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B0BED2"/>
                </a:solidFill>
                <a:latin typeface="Arial"/>
              </a:rPr>
              <a:t>контекст, запуск,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7276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4754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Не ещё один AI-чат.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7132320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А AI-операционная система команды.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3464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Смена провайдера, работа с проектом, вложения, промптинг и git больше не расползаются по окнам и утилитам. Всё собрано в одном управляемом интерфейсе.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Быстрее 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От задачи до запуска агента без ручной подготовки окружения.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Меньше хаоса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Файлы, скрины и доступы живут рядом, а не теряются по папкам.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61772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478231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Сильнее контроль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518464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Команда осознанно выбирает модель и git-контур под сценарий.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40080"/>
            <a:ext cx="138988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REAL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5760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Это уже выглядит как продукт.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6583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B0BED2"/>
                </a:solidFill>
                <a:latin typeface="Arial"/>
              </a:rPr>
              <a:t>Не как админка. Не как прототип. Не как набор скриптов.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2249424"/>
            <a:ext cx="5440680" cy="402336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2139696"/>
            <a:ext cx="5440680" cy="402336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249424"/>
            <a:ext cx="5294376" cy="3803904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te-hero_cover_1_391826923076923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49424"/>
            <a:ext cx="5294376" cy="38039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73952" y="2176272"/>
            <a:ext cx="4882896" cy="122529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414016"/>
            <a:ext cx="25603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Публичная подача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2743200"/>
            <a:ext cx="437083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С первого экрана понятно, в чём ценность продукта и почему ему можно доверять.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3621024"/>
            <a:ext cx="4882896" cy="122529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858768"/>
            <a:ext cx="27432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AI-позиционирование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4187952"/>
            <a:ext cx="4389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Не магия, а понятный AI-движок, сценарий применения и инженерный смысл.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5065776"/>
            <a:ext cx="4882896" cy="10972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5285232"/>
            <a:ext cx="27432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Готовность к продаже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5559552"/>
            <a:ext cx="44074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80" b="0">
                <a:solidFill>
                  <a:srgbClr val="B0BED2"/>
                </a:solidFill>
                <a:latin typeface="Arial"/>
              </a:rPr>
              <a:t>Уже можно показывать клиенту, партнёру, инвестору и внутренней команде.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7373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FUNCTIONAL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Что делает продукт сильным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4892040" cy="4572000"/>
          </a:xfrm>
          <a:prstGeom prst="roundRect">
            <a:avLst/>
          </a:prstGeom>
          <a:solidFill>
            <a:srgbClr val="0F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139696"/>
            <a:ext cx="26517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Внутри одного интерфейса: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7249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517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переключение между GigaChat, Qwen OAuth CLI и Qwen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364991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291839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привязка локальной рабочей папки и просмотр структуры проекта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00507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93192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добавление файлов и скриншотов прямо в контекст задачи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64515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57200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управление параметрами модели и доступами без ручной рутины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528523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21208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переключение git remote между GitHub и GitVerse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5925312"/>
            <a:ext cx="73152" cy="73152"/>
          </a:xfrm>
          <a:prstGeom prst="roundRect">
            <a:avLst/>
          </a:prstGeom>
          <a:solidFill>
            <a:srgbClr val="5AD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852160"/>
            <a:ext cx="41148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rial"/>
              </a:rPr>
              <a:t>запуск агента и получение результата в том же окне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993392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249424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Модели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578608"/>
            <a:ext cx="404164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Команда выбирает нужный интеллект под задачу, бюджет и режим работы.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401568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56616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Контекст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986784"/>
            <a:ext cx="398678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Промпт, файлы и screenshots соединяются в один цельный сценарий работы.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809744"/>
            <a:ext cx="4709160" cy="1133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882896"/>
            <a:ext cx="21031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Инженерный выход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5394960"/>
            <a:ext cx="40233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20" b="0">
                <a:solidFill>
                  <a:srgbClr val="B0BED2"/>
                </a:solidFill>
                <a:latin typeface="Arial"/>
              </a:rPr>
              <a:t>Продукт доводит работу до результата, а не останавливается на красивом диалоге.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69164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FF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9759"/>
                </a:solidFill>
                <a:latin typeface="Arial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70432"/>
            <a:ext cx="6858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Сильная подача строится на реальном интерфейсе.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71323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50" b="0">
                <a:solidFill>
                  <a:srgbClr val="B0BED2"/>
                </a:solidFill>
                <a:latin typeface="Arial"/>
              </a:rPr>
              <a:t>Поэтому в презентации нужны не абстрактные блоки, а экраны, которые подтверждают зрелость продукта.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57984"/>
            <a:ext cx="87782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20" b="0">
                <a:solidFill>
                  <a:srgbClr val="B0BED2"/>
                </a:solidFill>
                <a:latin typeface="Arial"/>
              </a:rPr>
              <a:t>Вместо трёх мелких превью здесь должен быть один читаемый экран. Поэтому главный интерфейс показываем крупно.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743200"/>
            <a:ext cx="8412480" cy="3547872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8412480" cy="35478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743200"/>
            <a:ext cx="8266175" cy="3328415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object-view_cover_2_4835164835164836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743200"/>
            <a:ext cx="8266175" cy="33284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436608" y="2670048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74352" y="2907792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Объект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3200400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Карточка проекта,
параметры и фото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3803904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4041648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Логика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4334256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Объяснение,
как формируется расчёт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4937760"/>
            <a:ext cx="1883664" cy="95097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5175504"/>
            <a:ext cx="128016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Бюджет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5468112"/>
            <a:ext cx="129844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19" b="0">
                <a:solidFill>
                  <a:srgbClr val="B0BED2"/>
                </a:solidFill>
                <a:latin typeface="Arial"/>
              </a:rPr>
              <a:t>Детализация цены
и структуры стоимости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024128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5AD6F2"/>
                </a:solidFill>
                <a:latin typeface="Arial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88720"/>
            <a:ext cx="5303520" cy="9692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Рынок уже готов
к такому продукту.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88920"/>
            <a:ext cx="475488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AI стал привычным. Но привычным не стал управляемый AI-процесс для команды. ProjectCore Agent Shell закрывает именно этот разрыв.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AI есть у всех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Но чаще всего он живёт как отдельный чат, а не как рабочая система.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3D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Команды тонут в инструментах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Скорость теряется на переключении контекста, а не на сложности задачи.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2907792" cy="15544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473659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Нужны зрелые интерфейсы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5138928"/>
            <a:ext cx="250545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Побеждает не только модель, а то, как она встроена в реальную работу.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58368"/>
            <a:ext cx="1508760" cy="347472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79E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79E6B1"/>
                </a:solidFill>
                <a:latin typeface="Arial"/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5852160" cy="15727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ProjectCore Agent Shell
выглядит как продукт,
а не как заготовка.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401568"/>
            <a:ext cx="5257800" cy="8778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B0BED2"/>
                </a:solidFill>
                <a:latin typeface="Arial"/>
              </a:rPr>
              <a:t>Именно так его и нужно показывать: крупно, смело, с реальными экранами и фотофонами, а не с мелкими карточками на пустом фоне.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5392" y="1152144"/>
            <a:ext cx="4754880" cy="4754880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5AD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94576" y="1554480"/>
            <a:ext cx="4242816" cy="3419856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21424" y="1444752"/>
            <a:ext cx="4242816" cy="3419856"/>
          </a:xfrm>
          <a:prstGeom prst="roundRect">
            <a:avLst/>
          </a:prstGeom>
          <a:solidFill>
            <a:srgbClr val="0F1C2C"/>
          </a:solidFill>
          <a:ln w="13970">
            <a:solidFill>
              <a:srgbClr val="2D3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4576" y="1554480"/>
            <a:ext cx="4096511" cy="320040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te-about-preview_cover_1_279999999999999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554480"/>
            <a:ext cx="4096511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94576" y="5175504"/>
            <a:ext cx="3840480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0BED2"/>
                </a:solidFill>
                <a:latin typeface="Arial"/>
              </a:rPr>
              <a:t>Сайт тоже нужно показывать крупно. Один экран, одна мысль, один сильный визуальный акцент.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36576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D6E0EC"/>
                </a:solidFill>
                <a:latin typeface="Arial"/>
              </a:rPr>
              <a:t>Spider0 | Product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